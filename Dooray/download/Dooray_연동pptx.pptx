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89" d="100"/>
          <a:sy n="89" d="100"/>
        </p:scale>
        <p:origin x="-126" y="-47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2EFBAB1F-34AB-6B69-5221-8D2B8439A0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F9675691-ED84-F398-D94A-3B608E73A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5FD9D88-69BD-5A06-8C6E-ABD1D13FC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10B8B-6F51-4D95-A437-79DC47C11399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D13857C9-0ED4-B5BF-F5D4-9052827DF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21261486-CD94-F66A-0F11-66B718A85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0F233-97E1-4C7B-AADE-06835E8074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159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BB1275EF-8F39-698A-273A-9626B5F88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FE8BAED0-6A9F-5F26-4189-2E08BCD7A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BBBAD90-52F2-B71A-0C8B-F2BA64DCE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10B8B-6F51-4D95-A437-79DC47C11399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36F4E08A-AD2F-D035-02FF-ECE74026E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C05881F8-5DDA-9FE7-1A67-C082A572A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0F233-97E1-4C7B-AADE-06835E8074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4222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2B0C67BC-5301-D4C2-EFE9-2BE2396EF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6C3ECB2B-A59A-BE7B-A7BE-987F40E43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581BD30-A7BA-18D1-0EBA-39F14E03E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10B8B-6F51-4D95-A437-79DC47C11399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11CB699C-4BA1-D033-1F59-5BDFE7330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B74BBE01-57A1-EF8B-6B2F-82EF83511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0F233-97E1-4C7B-AADE-06835E8074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080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BE89D6E1-F1E9-0B68-8A6E-5DBE7DFB3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577C6727-6B31-A072-3D9C-691A800FF6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E2C1C8C2-95BC-B4A2-7597-2D01226B1A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76E81BE7-26AD-713C-6B95-F4C13FF04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10B8B-6F51-4D95-A437-79DC47C11399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DD9B5003-CEFB-9C56-AC1C-606C759F9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571B7B9A-EAF5-07E4-C174-FD1EA5A42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0F233-97E1-4C7B-AADE-06835E8074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2032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ACA0021E-9FF2-CC71-40E2-48C90E27E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96560712-3D7E-BB1A-0F94-49CCCF615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130EA5D4-2D1D-B57D-51AC-532EB45E24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667A6E2E-F327-FBDA-D97A-9DC61F3431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E4EE7435-3206-B846-E281-E1137CDD83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029A34DD-747E-6D83-56E3-D2BBAF59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10B8B-6F51-4D95-A437-79DC47C11399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1C451F2E-185F-5866-0AE4-F15E83A97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97217190-EB03-A086-BD62-1638CD7F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0F233-97E1-4C7B-AADE-06835E8074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658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E4C1E3C-947E-89A4-34C7-5770535C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E4184EA9-A034-5F1B-497A-27286E969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10B8B-6F51-4D95-A437-79DC47C11399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3FD3BDAF-13D2-0646-1344-2CC337BA1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3DDF2B44-D66A-19DF-BD95-AC295BBC9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0F233-97E1-4C7B-AADE-06835E8074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24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68E6D3D9-D221-134C-312A-D08196069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10B8B-6F51-4D95-A437-79DC47C11399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333D6B86-0BE1-95C6-FD29-957AD407B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942CF037-FE3C-0446-5BC4-F6FE68F2D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0F233-97E1-4C7B-AADE-06835E8074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8365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E6AFD32B-AC93-AA05-22D8-4FE6A0E59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93690156-F782-65AE-D8A2-99196DDE9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FE4D965D-1060-CA9D-BB35-D6E55B2BA7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7A244DEA-2580-4B42-F84E-F2CFF7C0F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10B8B-6F51-4D95-A437-79DC47C11399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E9543CED-A37D-388A-2EF0-2C7BFBD4C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ACD00779-B163-9E3E-7EE8-B6715B016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0F233-97E1-4C7B-AADE-06835E8074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346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C832192-10C9-A0E3-8A11-B62D09E47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875BA216-ED4F-1AE7-3303-6DA4B4F3F0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7E7CC420-60C8-0365-99C0-B60A8968DE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353793E3-02C7-2ED0-6C56-06863649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10B8B-6F51-4D95-A437-79DC47C11399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490B0F84-F380-A2E2-ED38-0ADF475D7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F831E842-1404-C22E-9D1F-9BE242A8E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0F233-97E1-4C7B-AADE-06835E8074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4524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2E22BCDC-0544-3D53-D4FC-58964EA39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F3E3D0A6-E675-78E2-7C27-F215C527A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8751E774-081D-1767-7838-FB4F86CA6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10B8B-6F51-4D95-A437-79DC47C11399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7EEE29A4-FF10-FC44-20FF-FDE2A3B55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4BB5B5E-6D1E-FF34-93D3-6192CD5C2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0F233-97E1-4C7B-AADE-06835E8074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3581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F9C266FD-C6BA-88BD-4C87-FD6D777229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5EF456C9-38C9-54A2-958F-548A95DB00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177A3BB-F059-EF64-38C4-B12D6A32F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10B8B-6F51-4D95-A437-79DC47C11399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6C853008-B88C-7FEC-3094-125AA8711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84DC1595-D9E8-7CC9-E5DB-891BAD8C6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0F233-97E1-4C7B-AADE-06835E8074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6488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D62DE3F5-BBF6-9FC3-93B5-BDC7F9E11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2443EF8F-F331-94D4-1BC1-C12B367F9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DBC0CD8-EA83-2E7D-D2A7-94E09C925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710B8B-6F51-4D95-A437-79DC47C11399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F7C01173-CDC8-F2AC-CEC9-B9548EC939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30AF0B18-8377-7FF1-8FCB-D187F16305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00F233-97E1-4C7B-AADE-06835E8074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088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xmlns="" id="{047A93DD-34B2-1536-18EB-42554C35B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94" y="583766"/>
            <a:ext cx="8377633" cy="284523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xmlns="" id="{027A7B5A-4064-637D-5731-5F43721674D3}"/>
              </a:ext>
            </a:extLst>
          </p:cNvPr>
          <p:cNvSpPr/>
          <p:nvPr/>
        </p:nvSpPr>
        <p:spPr>
          <a:xfrm>
            <a:off x="1466722" y="540048"/>
            <a:ext cx="2049729" cy="36207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xmlns="" id="{1439A115-EE2F-06C4-1611-95B75A9662C0}"/>
              </a:ext>
            </a:extLst>
          </p:cNvPr>
          <p:cNvSpPr/>
          <p:nvPr/>
        </p:nvSpPr>
        <p:spPr>
          <a:xfrm>
            <a:off x="667494" y="2871052"/>
            <a:ext cx="1290181" cy="3017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xmlns="" id="{D1CF7E3C-8078-6E03-92E8-F40147300660}"/>
              </a:ext>
            </a:extLst>
          </p:cNvPr>
          <p:cNvSpPr/>
          <p:nvPr/>
        </p:nvSpPr>
        <p:spPr>
          <a:xfrm>
            <a:off x="8254148" y="1741860"/>
            <a:ext cx="667900" cy="3017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2584" y="4622819"/>
            <a:ext cx="1428750" cy="1076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455" y="4870412"/>
            <a:ext cx="2228850" cy="1162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xmlns="" id="{1439A115-EE2F-06C4-1611-95B75A9662C0}"/>
              </a:ext>
            </a:extLst>
          </p:cNvPr>
          <p:cNvSpPr/>
          <p:nvPr/>
        </p:nvSpPr>
        <p:spPr>
          <a:xfrm>
            <a:off x="1381868" y="5149705"/>
            <a:ext cx="1290181" cy="3017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xmlns="" id="{1439A115-EE2F-06C4-1611-95B75A9662C0}"/>
              </a:ext>
            </a:extLst>
          </p:cNvPr>
          <p:cNvSpPr/>
          <p:nvPr/>
        </p:nvSpPr>
        <p:spPr>
          <a:xfrm>
            <a:off x="5164455" y="4847973"/>
            <a:ext cx="2613324" cy="3017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25724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778" y="1680322"/>
            <a:ext cx="2682912" cy="3276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xmlns="" id="{1439A115-EE2F-06C4-1611-95B75A9662C0}"/>
              </a:ext>
            </a:extLst>
          </p:cNvPr>
          <p:cNvSpPr/>
          <p:nvPr/>
        </p:nvSpPr>
        <p:spPr>
          <a:xfrm>
            <a:off x="736778" y="2363474"/>
            <a:ext cx="511109" cy="4227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9311" y="1680322"/>
            <a:ext cx="3194125" cy="27948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xmlns="" id="{1439A115-EE2F-06C4-1611-95B75A9662C0}"/>
              </a:ext>
            </a:extLst>
          </p:cNvPr>
          <p:cNvSpPr/>
          <p:nvPr/>
        </p:nvSpPr>
        <p:spPr>
          <a:xfrm>
            <a:off x="4654355" y="2010830"/>
            <a:ext cx="1348412" cy="4227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1749" y="2597291"/>
            <a:ext cx="2228850" cy="1162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xmlns="" id="{1439A115-EE2F-06C4-1611-95B75A9662C0}"/>
              </a:ext>
            </a:extLst>
          </p:cNvPr>
          <p:cNvSpPr/>
          <p:nvPr/>
        </p:nvSpPr>
        <p:spPr>
          <a:xfrm>
            <a:off x="8391749" y="2736733"/>
            <a:ext cx="2613324" cy="2872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5568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0</Words>
  <Application>Microsoft Office PowerPoint</Application>
  <PresentationFormat>사용자 지정</PresentationFormat>
  <Paragraphs>0</Paragraphs>
  <Slides>2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3" baseType="lpstr"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Rangho Park</dc:creator>
  <cp:lastModifiedBy>RhPark</cp:lastModifiedBy>
  <cp:revision>3</cp:revision>
  <dcterms:created xsi:type="dcterms:W3CDTF">2026-07-20T06:03:22Z</dcterms:created>
  <dcterms:modified xsi:type="dcterms:W3CDTF">2026-07-21T11:11:39Z</dcterms:modified>
</cp:coreProperties>
</file>