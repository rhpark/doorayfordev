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60" r:id="rId5"/>
    <p:sldId id="261" r:id="rId6"/>
    <p:sldId id="263" r:id="rId7"/>
    <p:sldId id="256" r:id="rId8"/>
    <p:sldId id="257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0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BAB1F-34AB-6B69-5221-8D2B8439A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675691-ED84-F398-D94A-3B608E73A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9D88-69BD-5A06-8C6E-ABD1D13FC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0B8B-6F51-4D95-A437-79DC47C1139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3857C9-0ED4-B5BF-F5D4-9052827DF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261486-CD94-F66A-0F11-66B718A85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F233-97E1-4C7B-AADE-06835E807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159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275EF-8F39-698A-273A-9626B5F88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8BAED0-6A9F-5F26-4189-2E08BCD7A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BAD90-52F2-B71A-0C8B-F2BA64DC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0B8B-6F51-4D95-A437-79DC47C1139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F4E08A-AD2F-D035-02FF-ECE74026E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881F8-5DDA-9FE7-1A67-C082A572A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F233-97E1-4C7B-AADE-06835E807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22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0C67BC-5301-D4C2-EFE9-2BE2396E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3ECB2B-A59A-BE7B-A7BE-987F40E43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81BD30-A7BA-18D1-0EBA-39F14E03E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0B8B-6F51-4D95-A437-79DC47C1139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CB699C-4BA1-D033-1F59-5BDFE733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BBE01-57A1-EF8B-6B2F-82EF8351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F233-97E1-4C7B-AADE-06835E807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080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89D6E1-F1E9-0B68-8A6E-5DBE7DFB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C6727-6B31-A072-3D9C-691A800FF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C1C8C2-95BC-B4A2-7597-2D01226B1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E81BE7-26AD-713C-6B95-F4C13FF04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0B8B-6F51-4D95-A437-79DC47C1139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9B5003-CEFB-9C56-AC1C-606C759F9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1B7B9A-EAF5-07E4-C174-FD1EA5A4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F233-97E1-4C7B-AADE-06835E807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03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0021E-9FF2-CC71-40E2-48C90E27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560712-3D7E-BB1A-0F94-49CCCF615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0EA5D4-2D1D-B57D-51AC-532EB45E2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7A6E2E-F327-FBDA-D97A-9DC61F343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EE7435-3206-B846-E281-E1137CDD8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9A34DD-747E-6D83-56E3-D2BBAF59D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0B8B-6F51-4D95-A437-79DC47C1139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451F2E-185F-5866-0AE4-F15E83A97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217190-EB03-A086-BD62-1638CD7F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F233-97E1-4C7B-AADE-06835E807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65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4C1E3C-947E-89A4-34C7-5770535C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184EA9-A034-5F1B-497A-27286E969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0B8B-6F51-4D95-A437-79DC47C1139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D3BDAF-13D2-0646-1344-2CC337BA1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DF2B44-D66A-19DF-BD95-AC295BBC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F233-97E1-4C7B-AADE-06835E807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4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E6D3D9-D221-134C-312A-D08196069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0B8B-6F51-4D95-A437-79DC47C1139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3D6B86-0BE1-95C6-FD29-957AD407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2CF037-FE3C-0446-5BC4-F6FE68F2D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F233-97E1-4C7B-AADE-06835E807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365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FD32B-AC93-AA05-22D8-4FE6A0E59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690156-F782-65AE-D8A2-99196DDE9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4D965D-1060-CA9D-BB35-D6E55B2BA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244DEA-2580-4B42-F84E-F2CFF7C0F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0B8B-6F51-4D95-A437-79DC47C1139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543CED-A37D-388A-2EF0-2C7BFBD4C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D00779-B163-9E3E-7EE8-B6715B016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F233-97E1-4C7B-AADE-06835E807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346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32192-10C9-A0E3-8A11-B62D09E47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5BA216-ED4F-1AE7-3303-6DA4B4F3F0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7CC420-60C8-0365-99C0-B60A8968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3793E3-02C7-2ED0-6C56-06863649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0B8B-6F51-4D95-A437-79DC47C1139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0B0F84-F380-A2E2-ED38-0ADF475D7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31E842-1404-C22E-9D1F-9BE242A8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F233-97E1-4C7B-AADE-06835E807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52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22BCDC-0544-3D53-D4FC-58964EA3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E3D0A6-E675-78E2-7C27-F215C527A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1E774-081D-1767-7838-FB4F86CA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0B8B-6F51-4D95-A437-79DC47C1139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EE29A4-FF10-FC44-20FF-FDE2A3B55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BB5B5E-6D1E-FF34-93D3-6192CD5C2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F233-97E1-4C7B-AADE-06835E807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58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C266FD-C6BA-88BD-4C87-FD6D77722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F456C9-38C9-54A2-958F-548A95DB0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77A3BB-F059-EF64-38C4-B12D6A32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10B8B-6F51-4D95-A437-79DC47C1139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853008-B88C-7FEC-3094-125AA8711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DC1595-D9E8-7CC9-E5DB-891BAD8C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0F233-97E1-4C7B-AADE-06835E807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48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2DE3F5-BBF6-9FC3-93B5-BDC7F9E11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43EF8F-F331-94D4-1BC1-C12B367F9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BC0CD8-EA83-2E7D-D2A7-94E09C925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10B8B-6F51-4D95-A437-79DC47C1139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C01173-CDC8-F2AC-CEC9-B9548EC93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AF0B18-8377-7FF1-8FCB-D187F1630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0F233-97E1-4C7B-AADE-06835E807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08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301818-8708-5A3A-A795-B2A7107C7D3E}"/>
              </a:ext>
            </a:extLst>
          </p:cNvPr>
          <p:cNvSpPr txBox="1"/>
          <p:nvPr/>
        </p:nvSpPr>
        <p:spPr>
          <a:xfrm>
            <a:off x="2178604" y="2976403"/>
            <a:ext cx="74302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/>
              <a:t>1. </a:t>
            </a:r>
            <a:r>
              <a:rPr lang="en-US" altLang="ko-KR" sz="4400" dirty="0" err="1"/>
              <a:t>Dooray</a:t>
            </a:r>
            <a:r>
              <a:rPr lang="en-US" altLang="ko-KR" sz="4400" dirty="0"/>
              <a:t> CLI</a:t>
            </a:r>
            <a:r>
              <a:rPr lang="ko-KR" altLang="en-US" sz="4400" dirty="0"/>
              <a:t> 업무 적용방법</a:t>
            </a:r>
          </a:p>
        </p:txBody>
      </p:sp>
    </p:spTree>
    <p:extLst>
      <p:ext uri="{BB962C8B-B14F-4D97-AF65-F5344CB8AC3E}">
        <p14:creationId xmlns:p14="http://schemas.microsoft.com/office/powerpoint/2010/main" val="359341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48536985-0830-B648-C9EE-345FBC11D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682" y="2153667"/>
            <a:ext cx="6337074" cy="34278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E850C68-F369-70C1-6F94-2616AE04F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66" y="903556"/>
            <a:ext cx="4536712" cy="23182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2ED2A9-EC9C-EFBE-898D-A62BB6C26E4D}"/>
              </a:ext>
            </a:extLst>
          </p:cNvPr>
          <p:cNvSpPr txBox="1"/>
          <p:nvPr/>
        </p:nvSpPr>
        <p:spPr>
          <a:xfrm>
            <a:off x="397366" y="294013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https://github.com/Rhpark/DoorayForDev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BA2A58-360C-763D-C393-4D67E316BE7E}"/>
              </a:ext>
            </a:extLst>
          </p:cNvPr>
          <p:cNvSpPr/>
          <p:nvPr/>
        </p:nvSpPr>
        <p:spPr>
          <a:xfrm>
            <a:off x="4428358" y="1601735"/>
            <a:ext cx="587373" cy="2822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A03CC2-F8B2-92D1-B820-77295000198C}"/>
              </a:ext>
            </a:extLst>
          </p:cNvPr>
          <p:cNvSpPr/>
          <p:nvPr/>
        </p:nvSpPr>
        <p:spPr>
          <a:xfrm>
            <a:off x="3310417" y="2985994"/>
            <a:ext cx="764321" cy="2358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83C06CF1-EB56-ACFF-E0CD-62D58B7C2A25}"/>
              </a:ext>
            </a:extLst>
          </p:cNvPr>
          <p:cNvCxnSpPr>
            <a:cxnSpLocks/>
            <a:stCxn id="9" idx="2"/>
            <a:endCxn id="13" idx="3"/>
          </p:cNvCxnSpPr>
          <p:nvPr/>
        </p:nvCxnSpPr>
        <p:spPr>
          <a:xfrm rot="5400000">
            <a:off x="3788445" y="2170326"/>
            <a:ext cx="1219895" cy="647307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025781-91E5-7ADC-60BF-91CE836EE5A0}"/>
              </a:ext>
            </a:extLst>
          </p:cNvPr>
          <p:cNvSpPr/>
          <p:nvPr/>
        </p:nvSpPr>
        <p:spPr>
          <a:xfrm>
            <a:off x="7676914" y="5136596"/>
            <a:ext cx="587373" cy="3804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F00B889-C707-3743-A310-A345CAF33C79}"/>
              </a:ext>
            </a:extLst>
          </p:cNvPr>
          <p:cNvSpPr/>
          <p:nvPr/>
        </p:nvSpPr>
        <p:spPr>
          <a:xfrm>
            <a:off x="7676914" y="3921487"/>
            <a:ext cx="877941" cy="4725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54F412-A150-B7EB-7138-4E356AF7897A}"/>
              </a:ext>
            </a:extLst>
          </p:cNvPr>
          <p:cNvSpPr txBox="1"/>
          <p:nvPr/>
        </p:nvSpPr>
        <p:spPr>
          <a:xfrm>
            <a:off x="5970312" y="4811472"/>
            <a:ext cx="14303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필수</a:t>
            </a:r>
            <a:r>
              <a:rPr lang="en-US" altLang="ko-KR" sz="1400" dirty="0"/>
              <a:t> </a:t>
            </a:r>
            <a:r>
              <a:rPr lang="ko-KR" altLang="en-US" sz="1400" dirty="0"/>
              <a:t>자료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E34A58-0B07-5219-F6C7-EBF4EAF5D1BE}"/>
              </a:ext>
            </a:extLst>
          </p:cNvPr>
          <p:cNvSpPr/>
          <p:nvPr/>
        </p:nvSpPr>
        <p:spPr>
          <a:xfrm>
            <a:off x="7676913" y="4828144"/>
            <a:ext cx="877941" cy="2687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85CA86-FCEB-ED00-F84C-C42DC6DE2AD6}"/>
              </a:ext>
            </a:extLst>
          </p:cNvPr>
          <p:cNvSpPr txBox="1"/>
          <p:nvPr/>
        </p:nvSpPr>
        <p:spPr>
          <a:xfrm>
            <a:off x="8713240" y="4716493"/>
            <a:ext cx="13022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AI  </a:t>
            </a:r>
            <a:r>
              <a:rPr lang="ko-KR" altLang="en-US" sz="1400" dirty="0"/>
              <a:t>협업용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425CB68-B578-270A-96E2-3C6811FE19E6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7006639" y="4962497"/>
            <a:ext cx="670274" cy="303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D99A26BC-186B-FE55-B795-36157EA4459F}"/>
              </a:ext>
            </a:extLst>
          </p:cNvPr>
          <p:cNvCxnSpPr>
            <a:cxnSpLocks/>
            <a:stCxn id="25" idx="3"/>
            <a:endCxn id="33" idx="0"/>
          </p:cNvCxnSpPr>
          <p:nvPr/>
        </p:nvCxnSpPr>
        <p:spPr>
          <a:xfrm>
            <a:off x="8554855" y="4157759"/>
            <a:ext cx="809486" cy="558734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C6378B72-F318-BD26-41E3-510A4D2604FA}"/>
              </a:ext>
            </a:extLst>
          </p:cNvPr>
          <p:cNvCxnSpPr>
            <a:cxnSpLocks/>
            <a:stCxn id="23" idx="3"/>
            <a:endCxn id="33" idx="2"/>
          </p:cNvCxnSpPr>
          <p:nvPr/>
        </p:nvCxnSpPr>
        <p:spPr>
          <a:xfrm flipV="1">
            <a:off x="8264287" y="5024270"/>
            <a:ext cx="1100054" cy="302571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230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2BAA5B-7E3B-C296-1691-2E14E13E2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40" y="1101095"/>
            <a:ext cx="6337074" cy="3427854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3D986C50-8D88-CEA8-B117-6919443BB37F}"/>
              </a:ext>
            </a:extLst>
          </p:cNvPr>
          <p:cNvGrpSpPr/>
          <p:nvPr/>
        </p:nvGrpSpPr>
        <p:grpSpPr>
          <a:xfrm>
            <a:off x="6976187" y="-47143"/>
            <a:ext cx="4490443" cy="6858000"/>
            <a:chOff x="6976187" y="-47143"/>
            <a:chExt cx="4490443" cy="6858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0F99438-70BF-ED11-2A0C-7375DFC1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76187" y="-47143"/>
              <a:ext cx="4490443" cy="685800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189CBE0-4A97-C9CC-F406-4221E9518354}"/>
                </a:ext>
              </a:extLst>
            </p:cNvPr>
            <p:cNvSpPr/>
            <p:nvPr/>
          </p:nvSpPr>
          <p:spPr>
            <a:xfrm>
              <a:off x="7079673" y="872836"/>
              <a:ext cx="1350818" cy="15655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C628F33-3FD5-D9C7-50B1-924B0A00EDDC}"/>
                </a:ext>
              </a:extLst>
            </p:cNvPr>
            <p:cNvSpPr/>
            <p:nvPr/>
          </p:nvSpPr>
          <p:spPr>
            <a:xfrm>
              <a:off x="7079673" y="2694476"/>
              <a:ext cx="1350818" cy="4031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57BBFEB-182D-250B-2E98-29BA8B4DA62F}"/>
              </a:ext>
            </a:extLst>
          </p:cNvPr>
          <p:cNvSpPr txBox="1"/>
          <p:nvPr/>
        </p:nvSpPr>
        <p:spPr>
          <a:xfrm>
            <a:off x="2508464" y="4539054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업무 프로젝트의 </a:t>
            </a:r>
            <a:r>
              <a:rPr lang="en-US" altLang="ko-KR" dirty="0"/>
              <a:t>Root</a:t>
            </a:r>
            <a:r>
              <a:rPr lang="ko-KR" altLang="en-US" dirty="0"/>
              <a:t>에 </a:t>
            </a:r>
            <a:r>
              <a:rPr lang="en-US" altLang="ko-KR" dirty="0" err="1"/>
              <a:t>Dooray</a:t>
            </a:r>
            <a:r>
              <a:rPr lang="en-US" altLang="ko-KR" dirty="0"/>
              <a:t> </a:t>
            </a:r>
            <a:r>
              <a:rPr lang="ko-KR" altLang="en-US" dirty="0"/>
              <a:t>폴더 복사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AE7FDC-8EC5-774E-E498-0BB1569240F9}"/>
              </a:ext>
            </a:extLst>
          </p:cNvPr>
          <p:cNvSpPr/>
          <p:nvPr/>
        </p:nvSpPr>
        <p:spPr>
          <a:xfrm>
            <a:off x="2783665" y="3761928"/>
            <a:ext cx="587373" cy="2822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FADA85-6E5D-F788-2A44-97BC19110131}"/>
              </a:ext>
            </a:extLst>
          </p:cNvPr>
          <p:cNvSpPr/>
          <p:nvPr/>
        </p:nvSpPr>
        <p:spPr>
          <a:xfrm>
            <a:off x="7079673" y="2448505"/>
            <a:ext cx="764321" cy="2358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11E9711A-8286-8FED-01AE-3D7BC998A2E6}"/>
              </a:ext>
            </a:extLst>
          </p:cNvPr>
          <p:cNvCxnSpPr>
            <a:cxnSpLocks/>
            <a:stCxn id="13" idx="2"/>
            <a:endCxn id="14" idx="2"/>
          </p:cNvCxnSpPr>
          <p:nvPr/>
        </p:nvCxnSpPr>
        <p:spPr>
          <a:xfrm rot="5400000" flipH="1" flipV="1">
            <a:off x="4589666" y="1172057"/>
            <a:ext cx="1359854" cy="4384482"/>
          </a:xfrm>
          <a:prstGeom prst="bentConnector3">
            <a:avLst>
              <a:gd name="adj1" fmla="val -1681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00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85AD688-CB81-0F2B-4128-6E290DC28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50" y="1389535"/>
            <a:ext cx="6337074" cy="342785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4E72DE4C-0CCA-36F6-E31D-D5DCA07434BC}"/>
              </a:ext>
            </a:extLst>
          </p:cNvPr>
          <p:cNvGrpSpPr/>
          <p:nvPr/>
        </p:nvGrpSpPr>
        <p:grpSpPr>
          <a:xfrm>
            <a:off x="6753551" y="74212"/>
            <a:ext cx="4746650" cy="5462110"/>
            <a:chOff x="6753551" y="74212"/>
            <a:chExt cx="4746650" cy="5462110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3E25910-1F26-CE2D-B96C-008FFFBA4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53551" y="74212"/>
              <a:ext cx="4746650" cy="546211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627E061-5993-388A-6271-04420FF17816}"/>
                </a:ext>
              </a:extLst>
            </p:cNvPr>
            <p:cNvSpPr/>
            <p:nvPr/>
          </p:nvSpPr>
          <p:spPr>
            <a:xfrm>
              <a:off x="7067399" y="848287"/>
              <a:ext cx="1350818" cy="419011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38545C-DF68-1834-1359-1DE76EDD23D2}"/>
              </a:ext>
            </a:extLst>
          </p:cNvPr>
          <p:cNvSpPr/>
          <p:nvPr/>
        </p:nvSpPr>
        <p:spPr>
          <a:xfrm>
            <a:off x="2789802" y="3166653"/>
            <a:ext cx="818703" cy="435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759512-C779-022A-63B1-54E7A0A1C8EF}"/>
              </a:ext>
            </a:extLst>
          </p:cNvPr>
          <p:cNvSpPr/>
          <p:nvPr/>
        </p:nvSpPr>
        <p:spPr>
          <a:xfrm>
            <a:off x="6854932" y="5093638"/>
            <a:ext cx="892037" cy="4426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8C06044-606F-8B11-86B0-DCE053A17BAE}"/>
              </a:ext>
            </a:extLst>
          </p:cNvPr>
          <p:cNvCxnSpPr>
            <a:cxnSpLocks/>
            <a:stCxn id="10" idx="2"/>
            <a:endCxn id="11" idx="2"/>
          </p:cNvCxnSpPr>
          <p:nvPr/>
        </p:nvCxnSpPr>
        <p:spPr>
          <a:xfrm rot="16200000" flipH="1">
            <a:off x="4283078" y="2518449"/>
            <a:ext cx="1933948" cy="4101797"/>
          </a:xfrm>
          <a:prstGeom prst="bentConnector3">
            <a:avLst>
              <a:gd name="adj1" fmla="val 11182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FCA5FEB-9202-4D2B-10D0-E7F653F2CED1}"/>
              </a:ext>
            </a:extLst>
          </p:cNvPr>
          <p:cNvSpPr txBox="1"/>
          <p:nvPr/>
        </p:nvSpPr>
        <p:spPr>
          <a:xfrm>
            <a:off x="397366" y="294013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사용시 예제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597C04-FF97-8C57-A761-897A5E445F18}"/>
              </a:ext>
            </a:extLst>
          </p:cNvPr>
          <p:cNvSpPr txBox="1"/>
          <p:nvPr/>
        </p:nvSpPr>
        <p:spPr>
          <a:xfrm>
            <a:off x="3199153" y="5305489"/>
            <a:ext cx="3307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DOORAY.md </a:t>
            </a:r>
            <a:r>
              <a:rPr lang="ko-KR" altLang="en-US" sz="1200" dirty="0"/>
              <a:t>복사</a:t>
            </a:r>
            <a:endParaRPr lang="en-US" altLang="ko-KR" sz="1200" dirty="0"/>
          </a:p>
          <a:p>
            <a:r>
              <a:rPr lang="en-US" altLang="ko-KR" sz="1200" dirty="0"/>
              <a:t>CLAUDE.md </a:t>
            </a:r>
            <a:r>
              <a:rPr lang="ko-KR" altLang="en-US" sz="1200" dirty="0"/>
              <a:t>문서 적용</a:t>
            </a:r>
          </a:p>
        </p:txBody>
      </p:sp>
    </p:spTree>
    <p:extLst>
      <p:ext uri="{BB962C8B-B14F-4D97-AF65-F5344CB8AC3E}">
        <p14:creationId xmlns:p14="http://schemas.microsoft.com/office/powerpoint/2010/main" val="73486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FE33DD55-EC97-8EC0-20CB-3B12BF459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372" y="2162401"/>
            <a:ext cx="3516894" cy="364646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9145E75-E9DE-0247-694B-A124EBDC8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650" y="800478"/>
            <a:ext cx="2948783" cy="12247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C33243-3609-415F-487F-2199F8B3E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92" y="812665"/>
            <a:ext cx="3969483" cy="214717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E24AE88-A464-75E7-B991-DAB19DFDC212}"/>
              </a:ext>
            </a:extLst>
          </p:cNvPr>
          <p:cNvSpPr/>
          <p:nvPr/>
        </p:nvSpPr>
        <p:spPr>
          <a:xfrm>
            <a:off x="1810882" y="2634270"/>
            <a:ext cx="656158" cy="325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FFE0A5-AD34-1809-372A-332A5866042B}"/>
              </a:ext>
            </a:extLst>
          </p:cNvPr>
          <p:cNvSpPr/>
          <p:nvPr/>
        </p:nvSpPr>
        <p:spPr>
          <a:xfrm>
            <a:off x="4634209" y="1498198"/>
            <a:ext cx="661947" cy="398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3BBA6584-0BD9-484E-D3F4-47811359A417}"/>
              </a:ext>
            </a:extLst>
          </p:cNvPr>
          <p:cNvCxnSpPr>
            <a:cxnSpLocks/>
            <a:stCxn id="8" idx="2"/>
            <a:endCxn id="9" idx="2"/>
          </p:cNvCxnSpPr>
          <p:nvPr/>
        </p:nvCxnSpPr>
        <p:spPr>
          <a:xfrm rot="5400000" flipH="1" flipV="1">
            <a:off x="3020304" y="1014963"/>
            <a:ext cx="1063536" cy="2826222"/>
          </a:xfrm>
          <a:prstGeom prst="bentConnector3">
            <a:avLst>
              <a:gd name="adj1" fmla="val -2149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F3CA5D8-7408-361B-8EE5-9E8CB3B06D23}"/>
              </a:ext>
            </a:extLst>
          </p:cNvPr>
          <p:cNvSpPr txBox="1"/>
          <p:nvPr/>
        </p:nvSpPr>
        <p:spPr>
          <a:xfrm>
            <a:off x="397366" y="294013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Claude</a:t>
            </a:r>
            <a:r>
              <a:rPr lang="ko-KR" altLang="en-US" dirty="0"/>
              <a:t> </a:t>
            </a:r>
            <a:r>
              <a:rPr lang="en-US" altLang="ko-KR" dirty="0"/>
              <a:t>code,</a:t>
            </a:r>
            <a:r>
              <a:rPr lang="ko-KR" altLang="en-US" dirty="0"/>
              <a:t> </a:t>
            </a:r>
            <a:r>
              <a:rPr lang="en-US" altLang="ko-KR" dirty="0"/>
              <a:t>Codex</a:t>
            </a:r>
            <a:r>
              <a:rPr lang="ko-KR" altLang="en-US" dirty="0"/>
              <a:t> </a:t>
            </a:r>
            <a:r>
              <a:rPr lang="en-US" altLang="ko-KR" dirty="0"/>
              <a:t>Skill</a:t>
            </a:r>
            <a:r>
              <a:rPr lang="ko-KR" altLang="en-US" dirty="0"/>
              <a:t>들 복사하기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F7BC79F-097E-64F2-AD2E-5DC449888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60" y="3493317"/>
            <a:ext cx="4121890" cy="307067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97057BFE-6496-655B-DCC5-25E52147A24A}"/>
              </a:ext>
            </a:extLst>
          </p:cNvPr>
          <p:cNvSpPr/>
          <p:nvPr/>
        </p:nvSpPr>
        <p:spPr>
          <a:xfrm>
            <a:off x="962964" y="3452171"/>
            <a:ext cx="3615685" cy="3255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6FC70CF-6DE2-31EB-DA89-3E7D61AFD210}"/>
              </a:ext>
            </a:extLst>
          </p:cNvPr>
          <p:cNvSpPr/>
          <p:nvPr/>
        </p:nvSpPr>
        <p:spPr>
          <a:xfrm>
            <a:off x="720556" y="4684469"/>
            <a:ext cx="1090325" cy="1519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BB35D52-5EE9-C298-90BD-6A1E128C284C}"/>
              </a:ext>
            </a:extLst>
          </p:cNvPr>
          <p:cNvSpPr/>
          <p:nvPr/>
        </p:nvSpPr>
        <p:spPr>
          <a:xfrm>
            <a:off x="5541633" y="4432069"/>
            <a:ext cx="952756" cy="13767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A21C956A-B2E6-3685-2689-2498674E981E}"/>
              </a:ext>
            </a:extLst>
          </p:cNvPr>
          <p:cNvCxnSpPr>
            <a:cxnSpLocks/>
            <a:stCxn id="27" idx="2"/>
            <a:endCxn id="28" idx="2"/>
          </p:cNvCxnSpPr>
          <p:nvPr/>
        </p:nvCxnSpPr>
        <p:spPr>
          <a:xfrm rot="5400000" flipH="1" flipV="1">
            <a:off x="3444088" y="3630496"/>
            <a:ext cx="395554" cy="4752292"/>
          </a:xfrm>
          <a:prstGeom prst="bentConnector3">
            <a:avLst>
              <a:gd name="adj1" fmla="val -5779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8F22329-DD58-E7F1-232D-B7D757B1CE79}"/>
              </a:ext>
            </a:extLst>
          </p:cNvPr>
          <p:cNvSpPr txBox="1"/>
          <p:nvPr/>
        </p:nvSpPr>
        <p:spPr>
          <a:xfrm>
            <a:off x="4008804" y="6065919"/>
            <a:ext cx="18151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SKILL</a:t>
            </a:r>
            <a:r>
              <a:rPr lang="ko-KR" altLang="en-US" sz="1200" dirty="0"/>
              <a:t> 복사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2CE41C-032F-3D38-F01A-ED1AD8D39BE0}"/>
              </a:ext>
            </a:extLst>
          </p:cNvPr>
          <p:cNvSpPr txBox="1"/>
          <p:nvPr/>
        </p:nvSpPr>
        <p:spPr>
          <a:xfrm>
            <a:off x="9421624" y="5305944"/>
            <a:ext cx="2313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.</a:t>
            </a:r>
            <a:r>
              <a:rPr lang="en-US" altLang="ko-KR" sz="1200" dirty="0" err="1"/>
              <a:t>claude</a:t>
            </a:r>
            <a:r>
              <a:rPr lang="en-US" altLang="ko-KR" sz="1200" dirty="0"/>
              <a:t>/</a:t>
            </a:r>
            <a:r>
              <a:rPr lang="en-US" altLang="ko-KR" sz="1200" dirty="0" err="1"/>
              <a:t>setting.json</a:t>
            </a:r>
            <a:r>
              <a:rPr lang="en-US" altLang="ko-KR" sz="1200" dirty="0"/>
              <a:t> </a:t>
            </a:r>
            <a:r>
              <a:rPr lang="ko-KR" altLang="en-US" sz="1200" dirty="0"/>
              <a:t>적용하기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D6E3E4F-F0B9-252A-E5D0-5FD3178D9131}"/>
              </a:ext>
            </a:extLst>
          </p:cNvPr>
          <p:cNvSpPr/>
          <p:nvPr/>
        </p:nvSpPr>
        <p:spPr>
          <a:xfrm>
            <a:off x="5541633" y="2881436"/>
            <a:ext cx="1350818" cy="1506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25348C1A-55E5-3F22-2CAC-738A5F1131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236" y="4432069"/>
            <a:ext cx="1943371" cy="809738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id="{19BF1E3C-4603-E7CC-0B18-2E3C6E84DD52}"/>
              </a:ext>
            </a:extLst>
          </p:cNvPr>
          <p:cNvSpPr/>
          <p:nvPr/>
        </p:nvSpPr>
        <p:spPr>
          <a:xfrm>
            <a:off x="9488455" y="4980372"/>
            <a:ext cx="938160" cy="2614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277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0E41D-DE4D-DF06-9DDC-E3BAF565B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CC6D59-4EA8-C463-ACFD-43EB7E771D91}"/>
              </a:ext>
            </a:extLst>
          </p:cNvPr>
          <p:cNvSpPr txBox="1"/>
          <p:nvPr/>
        </p:nvSpPr>
        <p:spPr>
          <a:xfrm>
            <a:off x="2178604" y="2976403"/>
            <a:ext cx="77780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/>
              <a:t>2. </a:t>
            </a:r>
            <a:r>
              <a:rPr lang="en-US" altLang="ko-KR" sz="4400" dirty="0" err="1"/>
              <a:t>Dooray</a:t>
            </a:r>
            <a:r>
              <a:rPr lang="en-US" altLang="ko-KR" sz="4400" dirty="0"/>
              <a:t> </a:t>
            </a:r>
            <a:r>
              <a:rPr lang="ko-KR" altLang="en-US" sz="4400" dirty="0"/>
              <a:t>프로젝트 연결 방법</a:t>
            </a:r>
          </a:p>
        </p:txBody>
      </p:sp>
    </p:spTree>
    <p:extLst>
      <p:ext uri="{BB962C8B-B14F-4D97-AF65-F5344CB8AC3E}">
        <p14:creationId xmlns:p14="http://schemas.microsoft.com/office/powerpoint/2010/main" val="3198344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47A93DD-34B2-1536-18EB-42554C35B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94" y="583766"/>
            <a:ext cx="8377633" cy="284523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27A7B5A-4064-637D-5731-5F43721674D3}"/>
              </a:ext>
            </a:extLst>
          </p:cNvPr>
          <p:cNvSpPr/>
          <p:nvPr/>
        </p:nvSpPr>
        <p:spPr>
          <a:xfrm>
            <a:off x="1466722" y="540048"/>
            <a:ext cx="2049729" cy="3620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39A115-EE2F-06C4-1611-95B75A9662C0}"/>
              </a:ext>
            </a:extLst>
          </p:cNvPr>
          <p:cNvSpPr/>
          <p:nvPr/>
        </p:nvSpPr>
        <p:spPr>
          <a:xfrm>
            <a:off x="667494" y="2871052"/>
            <a:ext cx="1290181" cy="301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1CF7E3C-8078-6E03-92E8-F40147300660}"/>
              </a:ext>
            </a:extLst>
          </p:cNvPr>
          <p:cNvSpPr/>
          <p:nvPr/>
        </p:nvSpPr>
        <p:spPr>
          <a:xfrm>
            <a:off x="8254148" y="1741860"/>
            <a:ext cx="667900" cy="301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584" y="4622819"/>
            <a:ext cx="142875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455" y="4870412"/>
            <a:ext cx="22288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439A115-EE2F-06C4-1611-95B75A9662C0}"/>
              </a:ext>
            </a:extLst>
          </p:cNvPr>
          <p:cNvSpPr/>
          <p:nvPr/>
        </p:nvSpPr>
        <p:spPr>
          <a:xfrm>
            <a:off x="1381868" y="5149705"/>
            <a:ext cx="1290181" cy="3017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39A115-EE2F-06C4-1611-95B75A9662C0}"/>
              </a:ext>
            </a:extLst>
          </p:cNvPr>
          <p:cNvSpPr/>
          <p:nvPr/>
        </p:nvSpPr>
        <p:spPr>
          <a:xfrm>
            <a:off x="5164455" y="4847973"/>
            <a:ext cx="2613324" cy="2579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DD1DA0EB-FBC6-B61A-C098-C6921A2ECF85}"/>
              </a:ext>
            </a:extLst>
          </p:cNvPr>
          <p:cNvCxnSpPr>
            <a:cxnSpLocks/>
            <a:stCxn id="6" idx="1"/>
            <a:endCxn id="8" idx="1"/>
          </p:cNvCxnSpPr>
          <p:nvPr/>
        </p:nvCxnSpPr>
        <p:spPr>
          <a:xfrm rot="10800000" flipV="1">
            <a:off x="667494" y="721086"/>
            <a:ext cx="799228" cy="2300831"/>
          </a:xfrm>
          <a:prstGeom prst="bentConnector3">
            <a:avLst>
              <a:gd name="adj1" fmla="val 12860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395BF869-25E5-352B-F8C0-BAE29748CCE8}"/>
              </a:ext>
            </a:extLst>
          </p:cNvPr>
          <p:cNvCxnSpPr>
            <a:cxnSpLocks/>
            <a:stCxn id="10" idx="3"/>
            <a:endCxn id="8" idx="2"/>
          </p:cNvCxnSpPr>
          <p:nvPr/>
        </p:nvCxnSpPr>
        <p:spPr>
          <a:xfrm flipH="1">
            <a:off x="1312585" y="1892726"/>
            <a:ext cx="7609463" cy="1280058"/>
          </a:xfrm>
          <a:prstGeom prst="bentConnector4">
            <a:avLst>
              <a:gd name="adj1" fmla="val -3004"/>
              <a:gd name="adj2" fmla="val 11785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B92ED6B-FDBC-9226-FB88-9B311DD5A6A9}"/>
              </a:ext>
            </a:extLst>
          </p:cNvPr>
          <p:cNvCxnSpPr>
            <a:stCxn id="10" idx="1"/>
          </p:cNvCxnSpPr>
          <p:nvPr/>
        </p:nvCxnSpPr>
        <p:spPr>
          <a:xfrm flipH="1">
            <a:off x="7223146" y="1892726"/>
            <a:ext cx="1031002" cy="10775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3E2BA95-B7B2-7871-9143-FF90A92FD9C9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672049" y="4976942"/>
            <a:ext cx="2492406" cy="3236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8C3E12A-BCA9-0F80-91E0-D93F6A090F25}"/>
              </a:ext>
            </a:extLst>
          </p:cNvPr>
          <p:cNvSpPr txBox="1"/>
          <p:nvPr/>
        </p:nvSpPr>
        <p:spPr>
          <a:xfrm rot="21228782">
            <a:off x="2946923" y="4817284"/>
            <a:ext cx="1808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발급 받은 토큰 입력</a:t>
            </a:r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005115-0695-173F-434D-71DC0B436B88}"/>
              </a:ext>
            </a:extLst>
          </p:cNvPr>
          <p:cNvSpPr txBox="1"/>
          <p:nvPr/>
        </p:nvSpPr>
        <p:spPr>
          <a:xfrm>
            <a:off x="1115938" y="4424480"/>
            <a:ext cx="16834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Dooray/Config.md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57AB79-11B9-F3D2-50FF-7B0099B22E32}"/>
              </a:ext>
            </a:extLst>
          </p:cNvPr>
          <p:cNvSpPr txBox="1"/>
          <p:nvPr/>
        </p:nvSpPr>
        <p:spPr>
          <a:xfrm>
            <a:off x="2026958" y="3727777"/>
            <a:ext cx="7046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토큰 발급은 최초 한번</a:t>
            </a:r>
            <a:r>
              <a:rPr lang="en-US" altLang="ko-KR" dirty="0"/>
              <a:t>, </a:t>
            </a:r>
            <a:r>
              <a:rPr lang="ko-KR" altLang="en-US" dirty="0"/>
              <a:t>하나의 토큰으로 여러 프로젝트 사용 가능</a:t>
            </a:r>
          </a:p>
        </p:txBody>
      </p:sp>
    </p:spTree>
    <p:extLst>
      <p:ext uri="{BB962C8B-B14F-4D97-AF65-F5344CB8AC3E}">
        <p14:creationId xmlns:p14="http://schemas.microsoft.com/office/powerpoint/2010/main" val="3082572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78" y="1680322"/>
            <a:ext cx="2682912" cy="3276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439A115-EE2F-06C4-1611-95B75A9662C0}"/>
              </a:ext>
            </a:extLst>
          </p:cNvPr>
          <p:cNvSpPr/>
          <p:nvPr/>
        </p:nvSpPr>
        <p:spPr>
          <a:xfrm>
            <a:off x="736778" y="2363474"/>
            <a:ext cx="511109" cy="4227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311" y="1680322"/>
            <a:ext cx="3194125" cy="2794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439A115-EE2F-06C4-1611-95B75A9662C0}"/>
              </a:ext>
            </a:extLst>
          </p:cNvPr>
          <p:cNvSpPr/>
          <p:nvPr/>
        </p:nvSpPr>
        <p:spPr>
          <a:xfrm>
            <a:off x="4654355" y="2010830"/>
            <a:ext cx="1348412" cy="4227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1749" y="2597291"/>
            <a:ext cx="222885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439A115-EE2F-06C4-1611-95B75A9662C0}"/>
              </a:ext>
            </a:extLst>
          </p:cNvPr>
          <p:cNvSpPr/>
          <p:nvPr/>
        </p:nvSpPr>
        <p:spPr>
          <a:xfrm>
            <a:off x="8391749" y="2736733"/>
            <a:ext cx="2613324" cy="2872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978D7D98-7545-2696-3618-53B561CDE60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247887" y="2222209"/>
            <a:ext cx="3406468" cy="3526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34887D8-76F1-0EA7-4EF4-41F849FE8427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002767" y="2222209"/>
            <a:ext cx="2441625" cy="6437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002ADF3-6F83-212A-FC49-065068555E6F}"/>
              </a:ext>
            </a:extLst>
          </p:cNvPr>
          <p:cNvSpPr txBox="1"/>
          <p:nvPr/>
        </p:nvSpPr>
        <p:spPr>
          <a:xfrm>
            <a:off x="9439425" y="2727438"/>
            <a:ext cx="1275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Dooray-Test001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65568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3415A-EDE5-9B36-86A5-17D3E694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B5C413-468D-A233-9F29-6BFF72BABC68}"/>
              </a:ext>
            </a:extLst>
          </p:cNvPr>
          <p:cNvSpPr txBox="1"/>
          <p:nvPr/>
        </p:nvSpPr>
        <p:spPr>
          <a:xfrm>
            <a:off x="2178604" y="2976403"/>
            <a:ext cx="30748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/>
              <a:t>3. </a:t>
            </a:r>
            <a:r>
              <a:rPr lang="ko-KR" altLang="en-US" sz="4400" dirty="0"/>
              <a:t>사용하기</a:t>
            </a:r>
          </a:p>
        </p:txBody>
      </p:sp>
    </p:spTree>
    <p:extLst>
      <p:ext uri="{BB962C8B-B14F-4D97-AF65-F5344CB8AC3E}">
        <p14:creationId xmlns:p14="http://schemas.microsoft.com/office/powerpoint/2010/main" val="409140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733E112-C8E7-8E68-FFDC-DE3C3B4F1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65" y="935128"/>
            <a:ext cx="3839842" cy="24938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F6BBC3-D21F-A11E-2163-9F7E3F7EE487}"/>
              </a:ext>
            </a:extLst>
          </p:cNvPr>
          <p:cNvSpPr txBox="1"/>
          <p:nvPr/>
        </p:nvSpPr>
        <p:spPr>
          <a:xfrm>
            <a:off x="246965" y="3429000"/>
            <a:ext cx="1439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Claude code cli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F0792B-906B-14D0-0EB1-A4C80C1BEB34}"/>
              </a:ext>
            </a:extLst>
          </p:cNvPr>
          <p:cNvSpPr txBox="1"/>
          <p:nvPr/>
        </p:nvSpPr>
        <p:spPr>
          <a:xfrm>
            <a:off x="4096165" y="3890903"/>
            <a:ext cx="1109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Power shell</a:t>
            </a:r>
            <a:endParaRPr lang="ko-KR" altLang="en-US" sz="14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E9E41DA-899F-C013-07A9-9661CB184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6118" y="909650"/>
            <a:ext cx="6249173" cy="62702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DB8730-1DC6-7CF7-6E83-EE9895D23D80}"/>
              </a:ext>
            </a:extLst>
          </p:cNvPr>
          <p:cNvSpPr txBox="1"/>
          <p:nvPr/>
        </p:nvSpPr>
        <p:spPr>
          <a:xfrm>
            <a:off x="8091637" y="6478968"/>
            <a:ext cx="1600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Codex in </a:t>
            </a:r>
            <a:r>
              <a:rPr lang="en-US" altLang="ko-KR" sz="1400" dirty="0" err="1"/>
              <a:t>VSCode</a:t>
            </a:r>
            <a:endParaRPr lang="ko-KR" altLang="en-US" sz="14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DCE1742-3BFA-8EF1-5235-5E231D825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165" y="909650"/>
            <a:ext cx="3880595" cy="292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94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92</Words>
  <Application>Microsoft Office PowerPoint</Application>
  <PresentationFormat>와이드스크린</PresentationFormat>
  <Paragraphs>20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Rangho Park</dc:creator>
  <cp:lastModifiedBy>Rangho Park</cp:lastModifiedBy>
  <cp:revision>6</cp:revision>
  <dcterms:created xsi:type="dcterms:W3CDTF">2026-07-20T06:03:22Z</dcterms:created>
  <dcterms:modified xsi:type="dcterms:W3CDTF">2026-07-22T02:16:58Z</dcterms:modified>
</cp:coreProperties>
</file>